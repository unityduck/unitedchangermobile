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theme/theme19.xml" ContentType="application/vnd.openxmlformats-officedocument.theme+xml"/>
  <Override PartName="/ppt/slideLayouts/slideLayout20.xml" ContentType="application/vnd.openxmlformats-officedocument.presentationml.slideLayout+xml"/>
  <Override PartName="/ppt/theme/theme20.xml" ContentType="application/vnd.openxmlformats-officedocument.theme+xml"/>
  <Override PartName="/ppt/slideLayouts/slideLayout21.xml" ContentType="application/vnd.openxmlformats-officedocument.presentationml.slideLayout+xml"/>
  <Override PartName="/ppt/theme/theme21.xml" ContentType="application/vnd.openxmlformats-officedocument.theme+xml"/>
  <Override PartName="/ppt/slideLayouts/slideLayout22.xml" ContentType="application/vnd.openxmlformats-officedocument.presentationml.slideLayout+xml"/>
  <Override PartName="/ppt/theme/theme22.xml" ContentType="application/vnd.openxmlformats-officedocument.theme+xml"/>
  <Override PartName="/ppt/slideLayouts/slideLayout23.xml" ContentType="application/vnd.openxmlformats-officedocument.presentationml.slideLayout+xml"/>
  <Override PartName="/ppt/theme/theme23.xml" ContentType="application/vnd.openxmlformats-officedocument.theme+xml"/>
  <Override PartName="/ppt/slideLayouts/slideLayout24.xml" ContentType="application/vnd.openxmlformats-officedocument.presentationml.slideLayout+xml"/>
  <Override PartName="/ppt/theme/theme2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4" r:id="rId13"/>
    <p:sldMasterId id="2147483676" r:id="rId14"/>
    <p:sldMasterId id="2147483678" r:id="rId15"/>
    <p:sldMasterId id="2147483680" r:id="rId16"/>
    <p:sldMasterId id="2147483682" r:id="rId17"/>
    <p:sldMasterId id="2147483684" r:id="rId18"/>
    <p:sldMasterId id="2147483686" r:id="rId19"/>
    <p:sldMasterId id="2147483688" r:id="rId20"/>
    <p:sldMasterId id="2147483690" r:id="rId21"/>
    <p:sldMasterId id="2147483692" r:id="rId22"/>
    <p:sldMasterId id="2147483694" r:id="rId23"/>
    <p:sldMasterId id="2147483696" r:id="rId24"/>
  </p:sldMasterIdLst>
  <p:sldIdLst>
    <p:sldId id="256" r:id="rId25"/>
    <p:sldId id="257" r:id="rId26"/>
    <p:sldId id="258" r:id="rId27"/>
    <p:sldId id="259" r:id="rId28"/>
    <p:sldId id="260" r:id="rId29"/>
    <p:sldId id="261" r:id="rId30"/>
    <p:sldId id="262" r:id="rId31"/>
    <p:sldId id="263" r:id="rId32"/>
    <p:sldId id="264" r:id="rId33"/>
    <p:sldId id="265" r:id="rId34"/>
    <p:sldId id="266" r:id="rId35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242" y="10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2.xml"/><Relationship Id="rId39" Type="http://schemas.openxmlformats.org/officeDocument/2006/relationships/tableStyles" Target="tableStyles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1.xml"/><Relationship Id="rId33" Type="http://schemas.openxmlformats.org/officeDocument/2006/relationships/slide" Target="slides/slide9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slide" Target="slides/slide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" Target="slides/slide8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" Target="slides/slide4.xml"/><Relationship Id="rId36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7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" Target="slides/slide3.xml"/><Relationship Id="rId30" Type="http://schemas.openxmlformats.org/officeDocument/2006/relationships/slide" Target="slides/slide6.xml"/><Relationship Id="rId35" Type="http://schemas.openxmlformats.org/officeDocument/2006/relationships/slide" Target="slides/slide1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2836440" cy="78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2836440" cy="78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2836440" cy="78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2836440" cy="78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;p2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906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46;p11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6575760" cy="929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strike="noStrike" spc="-1">
                <a:solidFill>
                  <a:schemeClr val="dk1"/>
                </a:solidFill>
                <a:latin typeface="Syne SemiBold"/>
                <a:ea typeface="Syne SemiBold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1;p13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3686040" cy="61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4494600" y="1951200"/>
            <a:ext cx="1013040" cy="61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Syne Medium"/>
                <a:ea typeface="Syne Medium"/>
              </a:rPr>
              <a:t>xx%</a:t>
            </a:r>
            <a:endParaRPr lang="fr-FR" sz="2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title"/>
          </p:nvPr>
        </p:nvSpPr>
        <p:spPr>
          <a:xfrm>
            <a:off x="4494600" y="3306240"/>
            <a:ext cx="1013040" cy="61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Syne Medium"/>
                <a:ea typeface="Syne Medium"/>
              </a:rPr>
              <a:t>xx%</a:t>
            </a:r>
            <a:endParaRPr lang="fr-FR" sz="2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title"/>
          </p:nvPr>
        </p:nvSpPr>
        <p:spPr>
          <a:xfrm>
            <a:off x="4494600" y="2628720"/>
            <a:ext cx="1013040" cy="61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Syne Medium"/>
                <a:ea typeface="Syne Medium"/>
              </a:rPr>
              <a:t>xx%</a:t>
            </a:r>
            <a:endParaRPr lang="fr-FR" sz="2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title"/>
          </p:nvPr>
        </p:nvSpPr>
        <p:spPr>
          <a:xfrm>
            <a:off x="4494600" y="3983760"/>
            <a:ext cx="1013040" cy="61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Syne Medium"/>
                <a:ea typeface="Syne Medium"/>
              </a:rPr>
              <a:t>xx%</a:t>
            </a:r>
            <a:endParaRPr lang="fr-FR" sz="26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62;p14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11800" y="539640"/>
            <a:ext cx="7618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0" y="1476720"/>
            <a:ext cx="4294440" cy="3666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67;p15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62840" y="794520"/>
            <a:ext cx="7618320" cy="69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184920" y="2398680"/>
            <a:ext cx="5195880" cy="1950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71;p16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80;p17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83;p18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86;p19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89;p20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13;p3"/>
          <p:cNvPicPr/>
          <p:nvPr/>
        </p:nvPicPr>
        <p:blipFill>
          <a:blip r:embed="rId3"/>
          <a:srcRect t="31118" r="31120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13160" y="3585240"/>
            <a:ext cx="7717320" cy="1018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title"/>
          </p:nvPr>
        </p:nvSpPr>
        <p:spPr>
          <a:xfrm>
            <a:off x="713160" y="499680"/>
            <a:ext cx="1267200" cy="684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Syne SemiBold"/>
                <a:ea typeface="Syne SemiBold"/>
              </a:rPr>
              <a:t>xx%</a:t>
            </a:r>
            <a:endParaRPr lang="fr-FR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109;p22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111;p23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17;p4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21;p5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20000" y="3644280"/>
            <a:ext cx="2954880" cy="959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28;p6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</p:pic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31;p7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11800" y="539640"/>
            <a:ext cx="4294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0" y="1476720"/>
            <a:ext cx="4294440" cy="3666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36;p8"/>
          <p:cNvPicPr/>
          <p:nvPr/>
        </p:nvPicPr>
        <p:blipFill>
          <a:blip r:embed="rId3"/>
          <a:srcRect t="31118" r="31120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</p:pic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2318040" y="1307160"/>
            <a:ext cx="45079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39;p9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</p:pic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2135520" y="1189080"/>
            <a:ext cx="4872600" cy="1964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17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120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400551" y="3909360"/>
            <a:ext cx="4628564" cy="1781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" sz="18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Мобильное приложение для конвертации </a:t>
            </a:r>
            <a:r>
              <a:rPr lang="ru-RU" sz="1800" spc="-1" dirty="0" smtClean="0">
                <a:solidFill>
                  <a:schemeClr val="dk1"/>
                </a:solidFill>
                <a:latin typeface="Albert Sans"/>
                <a:ea typeface="Albert Sans"/>
              </a:rPr>
              <a:t>мировых валют и их анализа</a:t>
            </a:r>
            <a:r>
              <a:rPr lang="en" sz="1800" b="0" strike="noStrike" spc="-1" dirty="0" smtClean="0">
                <a:solidFill>
                  <a:schemeClr val="dk1"/>
                </a:solidFill>
                <a:latin typeface="Albert Sans"/>
                <a:ea typeface="Albert Sans"/>
              </a:rPr>
              <a:t>.</a:t>
            </a:r>
            <a:endParaRPr lang="en-US" sz="1800" b="0" strike="noStrike" spc="-1" dirty="0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714240" y="542880"/>
            <a:ext cx="7714800" cy="90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000" b="0" strike="noStrike" spc="-1">
                <a:solidFill>
                  <a:schemeClr val="dk1"/>
                </a:solidFill>
                <a:latin typeface="Syne SemiBold"/>
                <a:ea typeface="Syne SemiBold"/>
              </a:rPr>
              <a:t>UnitedChanger</a:t>
            </a:r>
            <a:endParaRPr lang="fr-FR" sz="5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8" name="Google Shape;129;p28"/>
          <p:cNvSpPr/>
          <p:nvPr/>
        </p:nvSpPr>
        <p:spPr>
          <a:xfrm>
            <a:off x="304920" y="4600440"/>
            <a:ext cx="1123560" cy="366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916200" rIns="870823080" bIns="9162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strike="noStrike" spc="-1">
                <a:solidFill>
                  <a:schemeClr val="dk1"/>
                </a:solidFill>
                <a:latin typeface="Arial"/>
              </a:rPr>
              <a:t>Company name</a:t>
            </a:r>
            <a:endParaRPr lang="en-US" sz="1000" b="0" strike="noStrike" spc="-1">
              <a:solidFill>
                <a:srgbClr val="FFFFFF"/>
              </a:solidFill>
              <a:latin typeface="OpenSymbol"/>
            </a:endParaRPr>
          </a:p>
        </p:txBody>
      </p:sp>
      <p:cxnSp>
        <p:nvCxnSpPr>
          <p:cNvPr id="69" name="Google Shape;130;p28"/>
          <p:cNvCxnSpPr/>
          <p:nvPr/>
        </p:nvCxnSpPr>
        <p:spPr>
          <a:xfrm>
            <a:off x="1430640" y="4799880"/>
            <a:ext cx="824580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290902" y="742904"/>
            <a:ext cx="212406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0" strike="noStrike" spc="-1" dirty="0">
                <a:solidFill>
                  <a:schemeClr val="dk1"/>
                </a:solidFill>
                <a:latin typeface="Syne SemiBold"/>
                <a:ea typeface="Syne SemiBold"/>
              </a:rPr>
              <a:t>Введение</a:t>
            </a:r>
            <a:endParaRPr lang="fr-FR" sz="32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2986102" y="2009760"/>
            <a:ext cx="4019535" cy="35147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8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UnitedChanger - это мощное мобильное приложение и веб-сайт, предоставляющее пользователям инструменты для конвертации валют и анализа финансовых данных.</a:t>
            </a:r>
            <a:endParaRPr lang="en-US" sz="1800" b="0" strike="noStrike" spc="-1" dirty="0">
              <a:solidFill>
                <a:srgbClr val="FFFFFF"/>
              </a:solidFill>
              <a:latin typeface="OpenSymbol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741" r="386" b="7129"/>
          <a:stretch/>
        </p:blipFill>
        <p:spPr>
          <a:xfrm>
            <a:off x="0" y="1646"/>
            <a:ext cx="2781300" cy="5141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714240" y="3581280"/>
            <a:ext cx="7714800" cy="1018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000" b="0" strike="noStrike" spc="-1">
                <a:solidFill>
                  <a:schemeClr val="dk1"/>
                </a:solidFill>
                <a:latin typeface="Syne SemiBold"/>
                <a:ea typeface="Syne SemiBold"/>
              </a:rPr>
              <a:t>Общее описание</a:t>
            </a:r>
            <a:endParaRPr lang="fr-FR" sz="5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title"/>
          </p:nvPr>
        </p:nvSpPr>
        <p:spPr>
          <a:xfrm>
            <a:off x="714240" y="495360"/>
            <a:ext cx="1266480" cy="685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0" strike="noStrike" spc="-1">
                <a:solidFill>
                  <a:schemeClr val="dk1"/>
                </a:solidFill>
                <a:latin typeface="Syne SemiBold"/>
                <a:ea typeface="Syne SemiBold"/>
              </a:rPr>
              <a:t>01</a:t>
            </a:r>
            <a:endParaRPr lang="fr-FR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5" name="Google Shape;166;p32"/>
          <p:cNvSpPr/>
          <p:nvPr/>
        </p:nvSpPr>
        <p:spPr>
          <a:xfrm>
            <a:off x="304920" y="4600440"/>
            <a:ext cx="112356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95120" rIns="870823080" bIns="195120" anchor="t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cxnSp>
        <p:nvCxnSpPr>
          <p:cNvPr id="76" name="Google Shape;167;p32"/>
          <p:cNvCxnSpPr/>
          <p:nvPr/>
        </p:nvCxnSpPr>
        <p:spPr>
          <a:xfrm>
            <a:off x="1430640" y="4799880"/>
            <a:ext cx="824580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62120" y="790560"/>
            <a:ext cx="761976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0" strike="noStrike" spc="-1">
                <a:solidFill>
                  <a:schemeClr val="dk1"/>
                </a:solidFill>
                <a:latin typeface="Syne SemiBold"/>
                <a:ea typeface="Syne SemiBold"/>
              </a:rPr>
              <a:t>Функционал приложения</a:t>
            </a:r>
            <a:endParaRPr lang="fr-FR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2166938" y="1952625"/>
            <a:ext cx="6290782" cy="264302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8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Приложение предлагает интуитивно понятный интерфейс для быстрой конвертации между валютами. Пользователи могут легко вводить сумму и выбирать валюту для конвертации.</a:t>
            </a:r>
            <a:endParaRPr lang="fr-F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62120" y="790560"/>
            <a:ext cx="761976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0" strike="noStrike" spc="-1">
                <a:solidFill>
                  <a:schemeClr val="dk1"/>
                </a:solidFill>
                <a:latin typeface="Syne SemiBold"/>
                <a:ea typeface="Syne SemiBold"/>
              </a:rPr>
              <a:t>Сайт и десктопная версия</a:t>
            </a:r>
            <a:endParaRPr lang="fr-FR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3014633" y="2243318"/>
            <a:ext cx="5200200" cy="1952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8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Сайт UnitedChanger полностью повторяет функционал мобильного приложения, позволяя пользователям работать как с мобильных, так и с </a:t>
            </a:r>
            <a:r>
              <a:rPr lang="ru-RU" sz="1800" b="0" strike="noStrike" spc="-1" dirty="0" smtClean="0">
                <a:solidFill>
                  <a:schemeClr val="dk1"/>
                </a:solidFill>
                <a:latin typeface="Albert Sans"/>
                <a:ea typeface="Albert Sans"/>
              </a:rPr>
              <a:t>компьютерных</a:t>
            </a:r>
            <a:r>
              <a:rPr lang="en" sz="1800" b="0" strike="noStrike" spc="-1" dirty="0" smtClean="0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lang="en" sz="18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устройств.</a:t>
            </a:r>
            <a:endParaRPr lang="fr-F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534808" y="566811"/>
            <a:ext cx="761976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strike="noStrike" spc="-1" dirty="0">
                <a:solidFill>
                  <a:schemeClr val="dk1"/>
                </a:solidFill>
                <a:latin typeface="Syne SemiBold"/>
                <a:ea typeface="Syne SemiBold"/>
              </a:rPr>
              <a:t>Удобство интерфейса</a:t>
            </a:r>
            <a:endParaRPr lang="fr-FR" sz="28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5534040" y="1803805"/>
            <a:ext cx="3504960" cy="219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Интерфейс UnitedChanger создан для удобства пользователей. Все функции размещены логично и интуитивно, что позволяет быстро изучить приложение и эффективно использовать его возможности.</a:t>
            </a:r>
            <a:endParaRPr lang="en-US" sz="1600" b="0" strike="noStrike" spc="-1" dirty="0">
              <a:solidFill>
                <a:srgbClr val="FFFFFF"/>
              </a:solidFill>
              <a:latin typeface="OpenSymbol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0462"/>
            <a:ext cx="5602224" cy="26969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714240" y="3581280"/>
            <a:ext cx="7714800" cy="1018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000" b="0" strike="noStrike" spc="-1">
                <a:solidFill>
                  <a:schemeClr val="dk1"/>
                </a:solidFill>
                <a:latin typeface="Syne SemiBold"/>
                <a:ea typeface="Syne SemiBold"/>
              </a:rPr>
              <a:t>Технические возможности</a:t>
            </a:r>
            <a:endParaRPr lang="fr-FR" sz="5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714240" y="495360"/>
            <a:ext cx="1266480" cy="685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0" strike="noStrike" spc="-1">
                <a:solidFill>
                  <a:schemeClr val="dk1"/>
                </a:solidFill>
                <a:latin typeface="Syne SemiBold"/>
                <a:ea typeface="Syne SemiBold"/>
              </a:rPr>
              <a:t>02</a:t>
            </a:r>
            <a:endParaRPr lang="fr-FR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6" name="Google Shape;166;p32"/>
          <p:cNvSpPr/>
          <p:nvPr/>
        </p:nvSpPr>
        <p:spPr>
          <a:xfrm>
            <a:off x="304920" y="4600440"/>
            <a:ext cx="112356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95120" rIns="870823080" bIns="195120" anchor="t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cxnSp>
        <p:nvCxnSpPr>
          <p:cNvPr id="87" name="Google Shape;167;p32"/>
          <p:cNvCxnSpPr/>
          <p:nvPr/>
        </p:nvCxnSpPr>
        <p:spPr>
          <a:xfrm>
            <a:off x="1430640" y="4799880"/>
            <a:ext cx="824580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762120" y="790560"/>
            <a:ext cx="761976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0" strike="noStrike" spc="-1" dirty="0" smtClean="0">
                <a:solidFill>
                  <a:schemeClr val="dk1"/>
                </a:solidFill>
                <a:latin typeface="Syne SemiBold"/>
                <a:ea typeface="Syne SemiBold"/>
              </a:rPr>
              <a:t>API-</a:t>
            </a:r>
            <a:r>
              <a:rPr lang="ru-RU" sz="4000" b="0" strike="noStrike" spc="-1" dirty="0" smtClean="0">
                <a:solidFill>
                  <a:schemeClr val="dk1"/>
                </a:solidFill>
                <a:latin typeface="Syne SemiBold"/>
                <a:ea typeface="Syne SemiBold"/>
              </a:rPr>
              <a:t>сервисы</a:t>
            </a:r>
            <a:endParaRPr lang="fr-FR" sz="4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3766536" y="2148805"/>
            <a:ext cx="5200200" cy="1952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800" b="0" strike="noStrike" spc="-1" dirty="0" smtClean="0">
                <a:solidFill>
                  <a:schemeClr val="dk1"/>
                </a:solidFill>
                <a:latin typeface="Albert Sans"/>
                <a:ea typeface="Albert Sans"/>
              </a:rPr>
              <a:t>UnitedChanger предоставляет</a:t>
            </a:r>
            <a:r>
              <a:rPr lang="ru-RU" sz="1800" b="0" strike="noStrike" spc="-1" dirty="0" smtClean="0">
                <a:solidFill>
                  <a:schemeClr val="dk1"/>
                </a:solidFill>
                <a:latin typeface="Albert Sans"/>
                <a:ea typeface="Albert Sans"/>
              </a:rPr>
              <a:t> своим пользователям возможность получать все данные для построения </a:t>
            </a:r>
            <a:r>
              <a:rPr lang="ru-RU" sz="1800" b="0" strike="noStrike" spc="-1" dirty="0" err="1" smtClean="0">
                <a:solidFill>
                  <a:schemeClr val="dk1"/>
                </a:solidFill>
                <a:latin typeface="Albert Sans"/>
                <a:ea typeface="Albert Sans"/>
              </a:rPr>
              <a:t>свечковых</a:t>
            </a:r>
            <a:r>
              <a:rPr lang="ru-RU" sz="1800" b="0" strike="noStrike" spc="-1" dirty="0" smtClean="0">
                <a:solidFill>
                  <a:schemeClr val="dk1"/>
                </a:solidFill>
                <a:latin typeface="Albert Sans"/>
                <a:ea typeface="Albert Sans"/>
              </a:rPr>
              <a:t> графиков и конвертации валют разных стран с помощью </a:t>
            </a:r>
            <a:r>
              <a:rPr lang="en-US" sz="1800" b="0" strike="noStrike" spc="-1" dirty="0" smtClean="0">
                <a:solidFill>
                  <a:schemeClr val="dk1"/>
                </a:solidFill>
                <a:latin typeface="Albert Sans"/>
                <a:ea typeface="Albert Sans"/>
              </a:rPr>
              <a:t>API</a:t>
            </a:r>
            <a:r>
              <a:rPr lang="ru-RU" sz="1800" b="0" strike="noStrike" spc="-1" dirty="0" smtClean="0">
                <a:solidFill>
                  <a:schemeClr val="dk1"/>
                </a:solidFill>
                <a:latin typeface="Albert Sans"/>
                <a:ea typeface="Albert Sans"/>
              </a:rPr>
              <a:t>-сервисов.</a:t>
            </a:r>
            <a:endParaRPr lang="fr-F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2369"/>
            <a:ext cx="3559932" cy="19187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2257440" y="573360"/>
            <a:ext cx="504252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600" b="0" strike="noStrike" spc="-1" dirty="0">
                <a:solidFill>
                  <a:schemeClr val="dk1"/>
                </a:solidFill>
                <a:latin typeface="Syne SemiBold"/>
                <a:ea typeface="Syne SemiBold"/>
              </a:rPr>
              <a:t>Свечковые графики</a:t>
            </a:r>
            <a:endParaRPr lang="fr-FR" sz="36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4924440" y="2109388"/>
            <a:ext cx="3504960" cy="219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spc="-1" dirty="0" smtClean="0">
                <a:solidFill>
                  <a:schemeClr val="dk1"/>
                </a:solidFill>
                <a:latin typeface="Albert Sans"/>
              </a:rPr>
              <a:t>UnitedChanger </a:t>
            </a:r>
            <a:r>
              <a:rPr lang="ru-RU" sz="1800" spc="-1" dirty="0" smtClean="0">
                <a:solidFill>
                  <a:schemeClr val="dk1"/>
                </a:solidFill>
                <a:latin typeface="Albert Sans"/>
              </a:rPr>
              <a:t>позволяет строить </a:t>
            </a:r>
            <a:r>
              <a:rPr lang="ru-RU" sz="1800" spc="-1" dirty="0" err="1" smtClean="0">
                <a:solidFill>
                  <a:schemeClr val="dk1"/>
                </a:solidFill>
                <a:latin typeface="Albert Sans"/>
              </a:rPr>
              <a:t>свечковые</a:t>
            </a:r>
            <a:r>
              <a:rPr lang="ru-RU" sz="1800" spc="-1" dirty="0" smtClean="0">
                <a:solidFill>
                  <a:schemeClr val="dk1"/>
                </a:solidFill>
                <a:latin typeface="Albert Sans"/>
              </a:rPr>
              <a:t> графики относительно различных валют мира.</a:t>
            </a:r>
            <a:endParaRPr lang="en-US" sz="1800" b="0" strike="noStrike" spc="-1" dirty="0">
              <a:solidFill>
                <a:srgbClr val="FFFFFF"/>
              </a:solidFill>
              <a:latin typeface="OpenSymbol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19" y="1636466"/>
            <a:ext cx="4041182" cy="31360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90620" y="203820"/>
            <a:ext cx="512052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0" strike="noStrike" spc="-1" dirty="0">
                <a:solidFill>
                  <a:schemeClr val="dk1"/>
                </a:solidFill>
                <a:latin typeface="Syne SemiBold"/>
                <a:ea typeface="Syne SemiBold"/>
              </a:rPr>
              <a:t>Создание CSV файлов</a:t>
            </a:r>
            <a:endParaRPr lang="fr-FR" sz="4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0" y="1021260"/>
            <a:ext cx="5200200" cy="1952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8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Пользователи могут создавать CSV файлы, содержащие данные о валютных курсах, что упрощает анализ и обработку информации для дальнейшего использования.</a:t>
            </a:r>
            <a:endParaRPr lang="fr-F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4572"/>
            <a:ext cx="7502994" cy="25989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09640" y="542880"/>
            <a:ext cx="761976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600" b="0" strike="noStrike" spc="-1" dirty="0">
                <a:solidFill>
                  <a:schemeClr val="dk1"/>
                </a:solidFill>
                <a:latin typeface="Syne SemiBold"/>
                <a:ea typeface="Syne SemiBold"/>
              </a:rPr>
              <a:t>Выводы</a:t>
            </a:r>
            <a:endParaRPr lang="fr-FR" sz="36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4924440" y="1429440"/>
            <a:ext cx="3846180" cy="32111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0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UnitedChanger предлагает мощные инструменты для конвертации валют и анализа данных, что делает его незаменимым ресурсом для пользователей, требующих точности и удобства.</a:t>
            </a:r>
            <a:endParaRPr lang="en-US" sz="2000" b="0" strike="noStrike" spc="-1" dirty="0">
              <a:solidFill>
                <a:srgbClr val="FFFFFF"/>
              </a:solidFill>
              <a:latin typeface="OpenSymbol"/>
            </a:endParaRPr>
          </a:p>
        </p:txBody>
      </p:sp>
      <p:pic>
        <p:nvPicPr>
          <p:cNvPr id="1026" name="Picture 2" descr="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75" y="1872475"/>
            <a:ext cx="4584065" cy="162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202</Words>
  <Application>Microsoft Office PowerPoint</Application>
  <PresentationFormat>Экран (16:9)</PresentationFormat>
  <Paragraphs>23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24</vt:i4>
      </vt:variant>
      <vt:variant>
        <vt:lpstr>Заголовки слайдов</vt:lpstr>
      </vt:variant>
      <vt:variant>
        <vt:i4>11</vt:i4>
      </vt:variant>
    </vt:vector>
  </HeadingPairs>
  <TitlesOfParts>
    <vt:vector size="42" baseType="lpstr">
      <vt:lpstr>Albert Sans</vt:lpstr>
      <vt:lpstr>Arial</vt:lpstr>
      <vt:lpstr>OpenSymbol</vt:lpstr>
      <vt:lpstr>Symbol</vt:lpstr>
      <vt:lpstr>Syne Medium</vt:lpstr>
      <vt:lpstr>Syne SemiBold</vt:lpstr>
      <vt:lpstr>Wingdings</vt:lpstr>
      <vt:lpstr>Tech Startup by Slidesgo</vt:lpstr>
      <vt:lpstr>Tech Startup by Slidesgo</vt:lpstr>
      <vt:lpstr>Tech Startup by Slidesgo</vt:lpstr>
      <vt:lpstr>Tech Startup by Slidesgo</vt:lpstr>
      <vt:lpstr>Tech Startup by Slidesgo</vt:lpstr>
      <vt:lpstr>Tech Startup by Slidesgo</vt:lpstr>
      <vt:lpstr>Tech Startup by Slidesgo</vt:lpstr>
      <vt:lpstr>Tech Startup by Slidesgo</vt:lpstr>
      <vt:lpstr>Tech Startup by Slidesgo</vt:lpstr>
      <vt:lpstr>Tech Startup by Slidesgo</vt:lpstr>
      <vt:lpstr>Tech Startup by Slidesgo</vt:lpstr>
      <vt:lpstr>Tech Startup by Slidesgo</vt:lpstr>
      <vt:lpstr>Tech Startup by Slidesgo</vt:lpstr>
      <vt:lpstr>Tech Startup by Slidesgo</vt:lpstr>
      <vt:lpstr>Tech Startup by Slidesgo</vt:lpstr>
      <vt:lpstr>Tech Startup by Slidesgo</vt:lpstr>
      <vt:lpstr>Tech Startup by Slidesgo</vt:lpstr>
      <vt:lpstr>Tech Startup by Slidesgo</vt:lpstr>
      <vt:lpstr>Tech Startup by Slidesgo</vt:lpstr>
      <vt:lpstr>Tech Startup by Slidesgo</vt:lpstr>
      <vt:lpstr>Tech Startup by Slidesgo</vt:lpstr>
      <vt:lpstr>Slidesgo Final Pages</vt:lpstr>
      <vt:lpstr>Slidesgo Final Pages</vt:lpstr>
      <vt:lpstr>Slidesgo Final Pages</vt:lpstr>
      <vt:lpstr>UnitedChanger</vt:lpstr>
      <vt:lpstr>Введение</vt:lpstr>
      <vt:lpstr>Общее описание</vt:lpstr>
      <vt:lpstr>Функционал приложения</vt:lpstr>
      <vt:lpstr>Сайт и десктопная версия</vt:lpstr>
      <vt:lpstr>Удобство интерфейса</vt:lpstr>
      <vt:lpstr>Технические возможности</vt:lpstr>
      <vt:lpstr>API-сервисы</vt:lpstr>
      <vt:lpstr>Свечковые графики</vt:lpstr>
      <vt:lpstr>Создание CSV файлов</vt:lpstr>
      <vt:lpstr>Выводы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UnitedChanger</dc:title>
  <dc:creator>surovov</dc:creator>
  <cp:lastModifiedBy>Суровов Александр</cp:lastModifiedBy>
  <cp:revision>2</cp:revision>
  <dcterms:modified xsi:type="dcterms:W3CDTF">2025-06-02T18:10:39Z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2025-06-02T17:21:18Z</dcterms:created>
  <dc:creator>Unknown Creator</dc:creator>
  <dc:description/>
  <dc:language>en-US</dc:language>
  <cp:lastModifiedBy>Unknown Creator</cp:lastModifiedBy>
  <dcterms:modified xsi:type="dcterms:W3CDTF">2025-06-02T17:21:18Z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